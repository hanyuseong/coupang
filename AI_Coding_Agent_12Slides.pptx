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코딩 에이전트 시장 분류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AI 코딩 에이전트 시장</a:t>
            </a:r>
          </a:p>
          <a:p>
            <a:r>
              <a:t>LLM × IDE 기반 기술 지형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 (Agenda)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AI 코딩 에이전트 정의</a:t>
            </a:r>
          </a:p>
          <a:p>
            <a:r>
              <a:t>2. 분류 기준</a:t>
            </a:r>
          </a:p>
          <a:p>
            <a:r>
              <a:t>3. 4-Quadrant 시장 지형</a:t>
            </a:r>
          </a:p>
          <a:p>
            <a:r>
              <a:t>4. 제품 비교</a:t>
            </a:r>
          </a:p>
          <a:p>
            <a:r>
              <a:t>5. LLM × IDE 매트릭스</a:t>
            </a:r>
          </a:p>
          <a:p>
            <a:r>
              <a:t>6.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코딩 에이전트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코딩 에이전트란?</a:t>
            </a:r>
          </a:p>
          <a:p>
            <a:r>
              <a:t>- 코드 작성/수정/테스트 자동화</a:t>
            </a:r>
          </a:p>
          <a:p>
            <a:r>
              <a:t>- 코드베이스 이해 + 실행 능력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분류 기준 (Framework)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분류 기준:</a:t>
            </a:r>
          </a:p>
          <a:p>
            <a:r>
              <a:t>X축: 자동화 수준</a:t>
            </a:r>
          </a:p>
          <a:p>
            <a:r>
              <a:t>Y축: 안정성/성숙도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4-Quadrant 시장 지형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전체 시장 구조:</a:t>
            </a:r>
          </a:p>
          <a:p>
            <a:r>
              <a:t>Q1: 고성숙 + Agent</a:t>
            </a:r>
          </a:p>
          <a:p>
            <a:r>
              <a:t>Q2: 고성숙 + 보조형</a:t>
            </a:r>
          </a:p>
          <a:p>
            <a:r>
              <a:t>Q3: 실험적 보조형</a:t>
            </a:r>
          </a:p>
          <a:p>
            <a:r>
              <a:t>Q4: 고도 Agent + 불안정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Quadrant 1: 실무형 고성숙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Q1: 실무형 고성숙 Agent</a:t>
            </a:r>
          </a:p>
          <a:p>
            <a:r>
              <a:t>- Copilot Agents</a:t>
            </a:r>
          </a:p>
          <a:p>
            <a:r>
              <a:t>- Cursor</a:t>
            </a:r>
          </a:p>
          <a:p>
            <a:r>
              <a:t>- Antigravity</a:t>
            </a:r>
          </a:p>
          <a:p>
            <a:r>
              <a:t>- Augment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Quadrant 2: 안정적 보조형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Q2: 안정적 보조형</a:t>
            </a:r>
          </a:p>
          <a:p>
            <a:r>
              <a:t>- Copilot</a:t>
            </a:r>
          </a:p>
          <a:p>
            <a:r>
              <a:t>- IntelliJ AI</a:t>
            </a:r>
          </a:p>
          <a:p>
            <a:r>
              <a:t>- VSCode + GPT/Claude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Quadrant 3: 실험적 보조형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Q3: 실험적 보조형</a:t>
            </a:r>
          </a:p>
          <a:p>
            <a:r>
              <a:t>- OpenCode</a:t>
            </a:r>
          </a:p>
          <a:p>
            <a:r>
              <a:t>- Neovim LLM Plugins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Quadrant 4: 자율 Agent (불안정)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Q4: 고도 자동 Agent</a:t>
            </a:r>
          </a:p>
          <a:p>
            <a:r>
              <a:t>- Devin</a:t>
            </a:r>
          </a:p>
          <a:p>
            <a:r>
              <a:t>- OpenHands</a:t>
            </a:r>
          </a:p>
          <a:p>
            <a:r>
              <a:t>- OpenDevin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제품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Copilot / Cursor / Antigravity / Devin / OpenHands 비교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× IDE 조합 매트릭스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× IDE 매트릭스:</a:t>
            </a:r>
          </a:p>
          <a:p>
            <a:r>
              <a:t>GPT / Claude / Gemini / Codex / Llama × VSCode / Cursor / IntelliJ / Antigravity / OpenHands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추천 조합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추천 조합:</a:t>
            </a:r>
          </a:p>
          <a:p>
            <a:r>
              <a:t>- 실무 생산성: Copilot + Cursor</a:t>
            </a:r>
          </a:p>
          <a:p>
            <a:r>
              <a:t>- 자동화: Antigravity</a:t>
            </a:r>
          </a:p>
          <a:p>
            <a:r>
              <a:t>- 연구/사내용 Agent: OpenHands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